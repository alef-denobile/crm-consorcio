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CRM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Equipe — Tudo que o sistema pode fazer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em consórcio e cartas de crédito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Painel CRM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só, feito sob medida pro nosso jeito de vender consórcio — do primeiro contato até a proposta assinada.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30010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862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vendas visual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31821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numa etapa clara, do lead frio até o contrato fechado.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9" name="Image 1" descr="/home/claude/apresentacao/icon-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40069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867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integrado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4187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Conversa, mensagens automáticas e IA de apoio, tudo num só lugar.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2" descr="/home/claude/apresentacao/icon-equi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01274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4873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conectada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51937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interno, supervisão e ranking de desempenho.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675120" y="1280160"/>
            <a:ext cx="4937760" cy="4846320"/>
          </a:xfrm>
          <a:prstGeom prst="roundRect">
            <a:avLst>
              <a:gd name="adj" fmla="val 2264"/>
            </a:avLst>
          </a:prstGeom>
          <a:solidFill>
            <a:srgbClr val="19141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949440" y="1828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E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6000" dirty="0"/>
          </a:p>
        </p:txBody>
      </p:sp>
      <p:sp>
        <p:nvSpPr>
          <p:cNvPr id="18" name="Text 13"/>
          <p:cNvSpPr txBox="1"/>
          <p:nvPr/>
        </p:nvSpPr>
        <p:spPr>
          <a:xfrm>
            <a:off x="6949440" y="27889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e funcionalidades, todas pensadas pro nosso dia a dia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949440" y="5120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captar um lead novo até fechar a venda — sem precisar sair do sistema.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entrar no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endereço do site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01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link, salvo nos favoritos do seu navegador ou instalado como app no celular.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com e-mail e senha (ou Google)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278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sua conta usa login do Google, use o botão "Continuar com Google".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o código, se pedido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55371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com verificação em duas etapas (2FA) ativada pedem um código do app autenticador.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155448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EDE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92024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0" descr="/home/claude/apresentacao/icon-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4619" y="2073859"/>
            <a:ext cx="332842" cy="33284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95528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conta, protegida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3108960"/>
            <a:ext cx="3337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Ative a verificação em duas etapas em Configurações → Login e segurança. Todo login, alteração de senha e ação sensível fica registrada no log de auditoria da sua conta.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— coração do sistema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é um card, que se move pelas colunas do funil conforme a negociação avança.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lead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69748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2F2740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356616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2F2740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443484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2F2740"/>
          </a:solidFill>
          <a:ln/>
        </p:spPr>
      </p:sp>
      <p:sp>
        <p:nvSpPr>
          <p:cNvPr id="9" name="Shape 7"/>
          <p:cNvSpPr/>
          <p:nvPr/>
        </p:nvSpPr>
        <p:spPr>
          <a:xfrm>
            <a:off x="2880360" y="21031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90088" y="269748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2F27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0088" y="356616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2F2740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21031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enviada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21808" y="269748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2F2740"/>
          </a:solidFill>
          <a:ln/>
        </p:spPr>
      </p:sp>
      <p:sp>
        <p:nvSpPr>
          <p:cNvPr id="16" name="Shape 14"/>
          <p:cNvSpPr/>
          <p:nvPr/>
        </p:nvSpPr>
        <p:spPr>
          <a:xfrm>
            <a:off x="7543800" y="21031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53528" y="269748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2F2740"/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21031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126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985248" y="2697480"/>
            <a:ext cx="1883664" cy="713232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o card entre as colunas — o resto (histórico, automações) o sistema cuida sozinho.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formas de adicionar um cliente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apresentacao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cliente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do zero — nome, telefone e mais.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920240"/>
            <a:ext cx="685800" cy="6858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0" name="Image 1" descr="/home/claude/apresentacao/icon-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08483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existente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alguém que já está em outra coluna ou funil pra cá.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49640" y="1920240"/>
            <a:ext cx="685800" cy="685800"/>
          </a:xfrm>
          <a:prstGeom prst="ellipse">
            <a:avLst/>
          </a:prstGeom>
          <a:solidFill>
            <a:srgbClr val="9333EA"/>
          </a:solidFill>
          <a:ln/>
        </p:spPr>
      </p:sp>
      <p:pic>
        <p:nvPicPr>
          <p:cNvPr id="15" name="Image 2" descr="/home/claude/apresentacao/icon-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0848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4964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existente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54964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cópia independente, mantendo o original intacto.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"+" no topo de qualquer coluna do Pipeline pra escolher entre as três opções.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Organizando e encontrando clientes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apresentacao/icon-bus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global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Aperte Ctrl+K em qualquer tela pra achar um cliente ou tarefa na hora.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50876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/home/claude/apresentacao/icon-etiqu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147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livres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423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clientes com tags como "indicação" ou "urgente", do seu jeito.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2" descr="/home/claude/apresentacao/icon-gra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1550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005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personalizados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663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campos extras (CPF, data de nascimento) que aparecem em todo cliente.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374904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40233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3" descr="/home/claude/apresentacao/icon-arquiv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41550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0" y="4005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anexos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4663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com tudo que aconteceu, mais espaço pra anexar documentos.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apresentacao/icon-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direto no painel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no card do cliente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057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mensagem trocada fica registrada automaticamente, sem precisar copiar nada.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2743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Sugestão de mensagem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108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sugere um texto de retomada de contato quando você não sabe por onde começar.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3794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triagem automático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160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novo recebe um menu de opções e já entra na coluna certa sozinho.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agendadas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5212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Programe uma mensagem pra sair numa data e hora específica.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Automação que trabalha por você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9141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apresentacao/icon-ra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entrar numa coluna, ou depois de dias parado, o sistema cria uma tarefa ou move o cliente sozinho.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9141F"/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18288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/home/claude/apresentacao/icon-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9933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2461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mensagens e ações programadas ao longo do tempo, pra nutrir o lead automaticamente.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9141F"/>
          </a:solidFill>
          <a:ln/>
        </p:spPr>
      </p:sp>
      <p:sp>
        <p:nvSpPr>
          <p:cNvPr id="14" name="Shape 10"/>
          <p:cNvSpPr/>
          <p:nvPr/>
        </p:nvSpPr>
        <p:spPr>
          <a:xfrm>
            <a:off x="8549640" y="18288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2" descr="/home/claude/apresentacao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19933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4964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549640" y="32461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WhatsApp programadas pra uma data e hora futura específica.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automação com mensagem pede confirmação antes de ativar — e nunca "briga" com um atendimento humano em andamento.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e propostas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/home/claude/apresentacao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605686"/>
            <a:ext cx="309067" cy="3090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de acompanhamento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9659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manualmente ou use "✨ Sugerir tarefa" dentro do card do cliente. Prazos vencidos aparecem destacados na lista.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" name="Image 1" descr="/home/claude/apresentacao/icon-arquiv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571646"/>
            <a:ext cx="309067" cy="3090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 em PDF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931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do cliente, "📄 Gerar proposta" monta um PDF com valor, parcelas e validade — pronto pra enviar.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675120" y="146304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19141F"/>
          </a:solidFill>
          <a:ln/>
        </p:spPr>
      </p:sp>
      <p:sp>
        <p:nvSpPr>
          <p:cNvPr id="12" name="Shape 8"/>
          <p:cNvSpPr/>
          <p:nvPr/>
        </p:nvSpPr>
        <p:spPr>
          <a:xfrm>
            <a:off x="7040880" y="182880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6948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de Crédito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Silva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R$ 80.000,00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26948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Parcelas: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80x de R$ 1.000,00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269480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 até: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4123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05/09/2026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Captação de leads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apresentacao/icon-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1872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Lead Ads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74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preenche um formulário de anúncio vira lead automaticamente no Pipeline.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64592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/home/claude/apresentacao/icon-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218724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planilha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474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um .csv ou .xlsx — cada linha vira um "possível lead" pra você completar e confirmar.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lead se perde — tudo entra no sistema, mesmo antes de estar 100% qualificado.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apresentacao/icon-graf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 metas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241D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vendas do mês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" y="2331720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3A3048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331720"/>
            <a:ext cx="310896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R$ 68.000 de R$ 100.000 — 68%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918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automáticos da IA, ticket médio, valor ponderado por etapa, e relatórios exportáveis em CSV ou PDF.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155448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7C3AE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de perto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331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fica visível assim que você entra no sistema — sem precisar gerar relatório nenhum pra saber como está o mês.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equipe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apresentacao/icon-equ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Interno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37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só da equipe, direto pelo painel — sem precisar sair pra outro app.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920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/home/claude/apresentacao/icon-grafi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08483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337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administra a equipe acompanha o desempenho de cada membro, com ranking por valor ganho.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49640" y="1920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2" descr="/home/claude/apresentacao/icon-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0848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4964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com seu funil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549640" y="3337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mundo mantém o próprio funil separado — só o chat e a supervisão são compartilhados.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Treinamento da Equipe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apresentacao/icon-cel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 no bolso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CRM pode ser instalado como um app no celular — abra o site e use "Adicionar à tela inicial".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3520440"/>
            <a:ext cx="7772400" cy="0"/>
          </a:xfrm>
          <a:prstGeom prst="line">
            <a:avLst/>
          </a:prstGeom>
          <a:noFill/>
          <a:ln w="12700">
            <a:solidFill>
              <a:srgbClr val="3A30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pedir ajuda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1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 Interno — fale com a equipe direto pelo painel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Suporte — respostas pras dúvidas mais comuns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02005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Guia Rápido de Uso — documento com o passo a passo de cada tarefa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4041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Seu supervisor — ajuda com acesso e configurações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trabalho e boas vendas!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2026-08-29T20:39:40Z</dcterms:created>
  <dcterms:modified xsi:type="dcterms:W3CDTF">2026-08-29T20:39:40Z</dcterms:modified>
</cp:coreProperties>
</file>